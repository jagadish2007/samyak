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ELL" initials="D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579" autoAdjust="0"/>
  </p:normalViewPr>
  <p:slideViewPr>
    <p:cSldViewPr snapToGrid="0">
      <p:cViewPr>
        <p:scale>
          <a:sx n="60" d="100"/>
          <a:sy n="60" d="100"/>
        </p:scale>
        <p:origin x="-1656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commentAuthors" Target="commentAuthors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2F086-D6CD-484A-A064-FFDCEA33A22B}" type="datetimeFigureOut">
              <a:rPr lang="en-US" smtClean="0"/>
              <a:pPr/>
              <a:t>1/5/2025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01978-0DA8-469B-BE00-C4C9F60FC2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2.jpe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A26855-127D-45C1-84F1-869E9278C92A}" type="datetimeFigureOut">
              <a:rPr lang="en-US" smtClean="0"/>
              <a:pPr/>
              <a:t>1/5/2025</a:t>
            </a:fld>
            <a:endParaRPr lang="en-IN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6DD9E6B-D3E8-4C6F-B5DB-5BD44E9DFB7F}" type="slidenum">
              <a:rPr lang="en-IN" smtClean="0"/>
              <a:pPr/>
              <a:t>‹#›</a:t>
            </a:fld>
            <a:endParaRPr lang="en-IN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5000" t="-6000" r="-5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096813" y="1277007"/>
            <a:ext cx="57228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tx2">
                    <a:lumMod val="75000"/>
                  </a:schemeClr>
                </a:solidFill>
              </a:rPr>
              <a:t>Vijay </a:t>
            </a:r>
            <a:r>
              <a:rPr lang="en-IN" sz="4400" dirty="0" err="1">
                <a:solidFill>
                  <a:schemeClr val="tx2">
                    <a:lumMod val="75000"/>
                  </a:schemeClr>
                </a:solidFill>
              </a:rPr>
              <a:t>Sankeshwar</a:t>
            </a:r>
            <a:endParaRPr lang="en-IN" sz="4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51529" y="2298403"/>
            <a:ext cx="50914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i="1" u="sng" dirty="0">
                <a:solidFill>
                  <a:schemeClr val="tx2">
                    <a:lumMod val="75000"/>
                  </a:schemeClr>
                </a:solidFill>
              </a:rPr>
              <a:t>“Founder of VRL Logistics Limited”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1DF710-D0C0-D93C-9D24-C6E9A5B2BAE0}"/>
              </a:ext>
            </a:extLst>
          </p:cNvPr>
          <p:cNvSpPr txBox="1"/>
          <p:nvPr/>
        </p:nvSpPr>
        <p:spPr>
          <a:xfrm>
            <a:off x="3657600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dirty="0"/>
              <a:t>INDRODCTION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214818"/>
            <a:ext cx="8929718" cy="5786454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Brief overview of Vijay </a:t>
            </a:r>
            <a:r>
              <a:rPr lang="en-IN" dirty="0" err="1">
                <a:solidFill>
                  <a:schemeClr val="tx2"/>
                </a:solidFill>
              </a:rPr>
              <a:t>Sankeshwar's</a:t>
            </a:r>
            <a:r>
              <a:rPr lang="en-IN" dirty="0">
                <a:solidFill>
                  <a:schemeClr val="tx2"/>
                </a:solidFill>
              </a:rPr>
              <a:t> background and achievements</a:t>
            </a:r>
          </a:p>
          <a:p>
            <a:pPr>
              <a:buFont typeface="Arial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"Vijay </a:t>
            </a:r>
            <a:r>
              <a:rPr lang="en-IN" dirty="0" err="1">
                <a:solidFill>
                  <a:schemeClr val="tx2"/>
                </a:solidFill>
              </a:rPr>
              <a:t>Sankeshwar's</a:t>
            </a:r>
            <a:r>
              <a:rPr lang="en-IN" dirty="0">
                <a:solidFill>
                  <a:schemeClr val="tx2"/>
                </a:solidFill>
              </a:rPr>
              <a:t> journey to success was not without its challenges and failures."</a:t>
            </a:r>
          </a:p>
          <a:p>
            <a:pPr>
              <a:buNone/>
            </a:pPr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4" name="Picture 3" descr="VR-Logis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546" y="1357298"/>
            <a:ext cx="4699032" cy="26432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va.jpg"/>
          <p:cNvPicPr>
            <a:picLocks noGrp="1" noChangeAspect="1"/>
          </p:cNvPicPr>
          <p:nvPr>
            <p:ph idx="1"/>
          </p:nvPr>
        </p:nvPicPr>
        <p:blipFill>
          <a:blip r:embed="rId2">
            <a:lum/>
          </a:blip>
          <a:stretch>
            <a:fillRect/>
          </a:stretch>
        </p:blipFill>
        <p:spPr>
          <a:xfrm>
            <a:off x="2214546" y="285728"/>
            <a:ext cx="4643470" cy="309001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7" name="TextBox 6"/>
          <p:cNvSpPr txBox="1"/>
          <p:nvPr/>
        </p:nvSpPr>
        <p:spPr>
          <a:xfrm>
            <a:off x="422193" y="3389093"/>
            <a:ext cx="821537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Born in 1954 in </a:t>
            </a:r>
            <a:r>
              <a:rPr lang="en-IN" sz="2800" b="1" dirty="0" err="1">
                <a:solidFill>
                  <a:srgbClr val="002060"/>
                </a:solidFill>
              </a:rPr>
              <a:t>Hubli</a:t>
            </a:r>
            <a:r>
              <a:rPr lang="en-IN" sz="2800" dirty="0"/>
              <a:t>,  </a:t>
            </a:r>
            <a:r>
              <a:rPr lang="en-IN" sz="2800" dirty="0">
                <a:solidFill>
                  <a:srgbClr val="002060"/>
                </a:solidFill>
              </a:rPr>
              <a:t>Karnataka, India</a:t>
            </a:r>
          </a:p>
          <a:p>
            <a:endParaRPr lang="en-IN" sz="2800" dirty="0">
              <a:solidFill>
                <a:srgbClr val="002060"/>
              </a:solidFill>
            </a:endParaRPr>
          </a:p>
          <a:p>
            <a:pPr>
              <a:buFontTx/>
              <a:buChar char="-"/>
            </a:pPr>
            <a:r>
              <a:rPr lang="en-IN" sz="2800" dirty="0">
                <a:solidFill>
                  <a:srgbClr val="002060"/>
                </a:solidFill>
              </a:rPr>
              <a:t>Started his career in the transport industry with a single truck</a:t>
            </a:r>
          </a:p>
          <a:p>
            <a:endParaRPr lang="en-IN" sz="2800" dirty="0">
              <a:solidFill>
                <a:srgbClr val="002060"/>
              </a:solidFill>
            </a:endParaRPr>
          </a:p>
          <a:p>
            <a:r>
              <a:rPr lang="en-IN" sz="2800" dirty="0">
                <a:solidFill>
                  <a:srgbClr val="002060"/>
                </a:solidFill>
              </a:rPr>
              <a:t>- Expanded his fleet and ventured into logistics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vrl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7449" y="0"/>
            <a:ext cx="4974371" cy="24288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/>
          <p:cNvSpPr txBox="1"/>
          <p:nvPr/>
        </p:nvSpPr>
        <p:spPr>
          <a:xfrm>
            <a:off x="520262" y="2427889"/>
            <a:ext cx="780393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IN" sz="2000" dirty="0">
                <a:solidFill>
                  <a:schemeClr val="tx2"/>
                </a:solidFill>
              </a:rPr>
              <a:t>Founded VRL Logistics Limited in 1976</a:t>
            </a:r>
          </a:p>
          <a:p>
            <a:pPr>
              <a:buFontTx/>
              <a:buChar char="-"/>
            </a:pPr>
            <a:endParaRPr lang="en-US" sz="2000" dirty="0">
              <a:solidFill>
                <a:schemeClr val="tx2"/>
              </a:solidFill>
            </a:endParaRPr>
          </a:p>
          <a:p>
            <a:pPr>
              <a:buFontTx/>
              <a:buChar char="-"/>
            </a:pPr>
            <a:r>
              <a:rPr lang="en-IN" sz="2000" dirty="0">
                <a:solidFill>
                  <a:schemeClr val="tx2"/>
                </a:solidFill>
              </a:rPr>
              <a:t>Grew the company into one of India's largest logistics companies</a:t>
            </a:r>
          </a:p>
          <a:p>
            <a:pPr>
              <a:buFontTx/>
              <a:buChar char="-"/>
            </a:pPr>
            <a:endParaRPr lang="en-IN" sz="2000" dirty="0">
              <a:solidFill>
                <a:schemeClr val="tx2"/>
              </a:solidFill>
            </a:endParaRPr>
          </a:p>
          <a:p>
            <a:pPr>
              <a:buFontTx/>
              <a:buChar char="-"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Transformed </a:t>
            </a:r>
            <a:r>
              <a:rPr lang="en-IN" sz="2000" i="1" dirty="0">
                <a:solidFill>
                  <a:schemeClr val="accent1">
                    <a:lumMod val="75000"/>
                  </a:schemeClr>
                </a:solidFill>
              </a:rPr>
              <a:t>Vijay Road Lines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 (VRL) into one of India's largest transport companies, operating both passenger buses and cargo services.</a:t>
            </a:r>
          </a:p>
          <a:p>
            <a:pPr>
              <a:buFontTx/>
              <a:buChar char="-"/>
            </a:pP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IN" sz="2000" b="1" dirty="0">
                <a:solidFill>
                  <a:schemeClr val="tx2"/>
                </a:solidFill>
              </a:rPr>
              <a:t>VRL Travels</a:t>
            </a:r>
            <a:r>
              <a:rPr lang="en-IN" sz="2000" dirty="0">
                <a:solidFill>
                  <a:schemeClr val="tx2"/>
                </a:solidFill>
              </a:rPr>
              <a:t> operates a fleet of over </a:t>
            </a:r>
            <a:r>
              <a:rPr lang="en-IN" sz="2000" b="1" dirty="0">
                <a:solidFill>
                  <a:schemeClr val="tx2"/>
                </a:solidFill>
              </a:rPr>
              <a:t>1,000 buses</a:t>
            </a:r>
            <a:r>
              <a:rPr lang="en-IN" sz="2000" dirty="0">
                <a:solidFill>
                  <a:schemeClr val="tx2"/>
                </a:solidFill>
              </a:rPr>
              <a:t>. This makes it one of the largest privately-owned bus operators in India.</a:t>
            </a:r>
          </a:p>
          <a:p>
            <a:endParaRPr lang="en-IN" sz="2000" dirty="0">
              <a:solidFill>
                <a:schemeClr val="tx2"/>
              </a:solidFill>
            </a:endParaRPr>
          </a:p>
          <a:p>
            <a:pPr>
              <a:buFontTx/>
              <a:buChar char="-"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The family transport  business, which was started by his father. Over time, he took charge of the business and expanded it significantly.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kannada-newspaper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82" y="1214422"/>
            <a:ext cx="3500462" cy="35004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3857620" y="428604"/>
            <a:ext cx="4572000" cy="55399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400" dirty="0"/>
              <a:t>The owner of </a:t>
            </a:r>
            <a:r>
              <a:rPr lang="en-IN" sz="2400" i="1" dirty="0"/>
              <a:t>Vijay Karnataka</a:t>
            </a:r>
            <a:r>
              <a:rPr lang="en-IN" sz="2400" dirty="0"/>
              <a:t>, a leading Kannada daily newspaper, and the </a:t>
            </a:r>
            <a:r>
              <a:rPr lang="en-IN" sz="2400" i="1" dirty="0"/>
              <a:t>India Today</a:t>
            </a:r>
            <a:r>
              <a:rPr lang="en-IN" sz="2400" dirty="0"/>
              <a:t> Group's newspaper venture.</a:t>
            </a:r>
          </a:p>
          <a:p>
            <a:pPr>
              <a:buFont typeface="Arial" pitchFamily="34" charset="0"/>
              <a:buChar char="•"/>
            </a:pPr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IN" sz="2400" dirty="0"/>
              <a:t>Vijay </a:t>
            </a:r>
            <a:r>
              <a:rPr lang="en-IN" sz="2400" dirty="0" err="1"/>
              <a:t>Sankeshwar</a:t>
            </a:r>
            <a:r>
              <a:rPr lang="en-IN" sz="2400" dirty="0"/>
              <a:t> started publishing the </a:t>
            </a:r>
            <a:r>
              <a:rPr lang="en-IN" sz="2400" b="1" dirty="0"/>
              <a:t>Vijay Karnataka</a:t>
            </a:r>
            <a:r>
              <a:rPr lang="en-IN" sz="2400" dirty="0"/>
              <a:t> newspaper in </a:t>
            </a:r>
            <a:r>
              <a:rPr lang="en-IN" sz="2400" b="1" dirty="0"/>
              <a:t>1999</a:t>
            </a:r>
            <a:r>
              <a:rPr lang="en-IN" sz="2400" dirty="0"/>
              <a:t>.</a:t>
            </a:r>
          </a:p>
          <a:p>
            <a:pPr>
              <a:buFont typeface="Arial" pitchFamily="34" charset="0"/>
              <a:buChar char="•"/>
            </a:pPr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IN" sz="2400" dirty="0"/>
              <a:t>The success of </a:t>
            </a:r>
            <a:r>
              <a:rPr lang="en-IN" sz="2400" i="1" dirty="0"/>
              <a:t>Vijay Karnataka</a:t>
            </a:r>
            <a:r>
              <a:rPr lang="en-IN" sz="2400" dirty="0"/>
              <a:t> was unprecedented, and it became one of the leading Kannada dailies in the country.</a:t>
            </a:r>
          </a:p>
          <a:p>
            <a:pPr>
              <a:buFont typeface="Arial" pitchFamily="34" charset="0"/>
              <a:buChar char="•"/>
            </a:pPr>
            <a:endParaRPr lang="en-US" sz="2400" dirty="0"/>
          </a:p>
          <a:p>
            <a:pPr>
              <a:buFont typeface="Arial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5000628" y="285728"/>
            <a:ext cx="4143372" cy="461665"/>
          </a:xfrm>
          <a:custGeom>
            <a:avLst/>
            <a:gdLst>
              <a:gd name="connsiteX0" fmla="*/ 0 w 4143372"/>
              <a:gd name="connsiteY0" fmla="*/ 0 h 461665"/>
              <a:gd name="connsiteX1" fmla="*/ 4143372 w 4143372"/>
              <a:gd name="connsiteY1" fmla="*/ 0 h 461665"/>
              <a:gd name="connsiteX2" fmla="*/ 4143372 w 4143372"/>
              <a:gd name="connsiteY2" fmla="*/ 461665 h 461665"/>
              <a:gd name="connsiteX3" fmla="*/ 0 w 4143372"/>
              <a:gd name="connsiteY3" fmla="*/ 461665 h 461665"/>
              <a:gd name="connsiteX4" fmla="*/ 0 w 4143372"/>
              <a:gd name="connsiteY4" fmla="*/ 0 h 46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3372" h="461665">
                <a:moveTo>
                  <a:pt x="0" y="0"/>
                </a:moveTo>
                <a:lnTo>
                  <a:pt x="4143372" y="0"/>
                </a:lnTo>
                <a:lnTo>
                  <a:pt x="4143372" y="461665"/>
                </a:lnTo>
                <a:lnTo>
                  <a:pt x="0" y="4616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Awards</a:t>
            </a:r>
            <a:r>
              <a:rPr lang="en-IN" sz="2400" dirty="0"/>
              <a:t>  and  Recognition</a:t>
            </a:r>
          </a:p>
        </p:txBody>
      </p:sp>
      <p:pic>
        <p:nvPicPr>
          <p:cNvPr id="17" name="Content Placeholder 16" descr="pd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928670"/>
            <a:ext cx="2745952" cy="3429024"/>
          </a:xfrm>
          <a:prstGeom prst="flowChartPunchedCard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214678" y="928670"/>
            <a:ext cx="592932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b="1" dirty="0"/>
              <a:t>"</a:t>
            </a:r>
            <a:r>
              <a:rPr lang="en-IN" sz="2400" b="1" dirty="0"/>
              <a:t>Logistics Man of the Year"</a:t>
            </a:r>
            <a:r>
              <a:rPr lang="en-IN" sz="2400" dirty="0"/>
              <a:t> award in </a:t>
            </a:r>
            <a:r>
              <a:rPr lang="en-IN" sz="2400" b="1" dirty="0"/>
              <a:t>2014</a:t>
            </a:r>
            <a:r>
              <a:rPr lang="en-IN" sz="2400" dirty="0"/>
              <a:t>.</a:t>
            </a:r>
          </a:p>
          <a:p>
            <a:pPr>
              <a:buFont typeface="Arial" pitchFamily="34" charset="0"/>
              <a:buChar char="•"/>
            </a:pPr>
            <a:endParaRPr lang="en-IN" sz="2400" dirty="0"/>
          </a:p>
          <a:p>
            <a:pPr>
              <a:buFont typeface="Arial" pitchFamily="34" charset="0"/>
              <a:buChar char="•"/>
            </a:pPr>
            <a:r>
              <a:rPr lang="en-IN" sz="2400" dirty="0"/>
              <a:t>Vijay </a:t>
            </a:r>
            <a:r>
              <a:rPr lang="en-IN" sz="2400" dirty="0" err="1"/>
              <a:t>Sankeshwar</a:t>
            </a:r>
            <a:r>
              <a:rPr lang="en-IN" sz="2400" dirty="0"/>
              <a:t> was awarded an honorary Doctorate (Doctor of Letters, D.Litt.) by </a:t>
            </a:r>
            <a:r>
              <a:rPr lang="en-IN" sz="2400" b="1" dirty="0" err="1"/>
              <a:t>Kuvempu</a:t>
            </a:r>
            <a:r>
              <a:rPr lang="en-IN" sz="2400" b="1" dirty="0"/>
              <a:t> University</a:t>
            </a:r>
            <a:r>
              <a:rPr lang="en-IN" sz="2400" dirty="0"/>
              <a:t>, located in Karnataka, India at </a:t>
            </a:r>
            <a:r>
              <a:rPr lang="en-IN" sz="2400" b="1" dirty="0"/>
              <a:t>2011</a:t>
            </a:r>
          </a:p>
          <a:p>
            <a:endParaRPr lang="en-IN" sz="2400" dirty="0"/>
          </a:p>
          <a:p>
            <a:pPr>
              <a:buFont typeface="Arial" pitchFamily="34" charset="0"/>
              <a:buChar char="•"/>
            </a:pPr>
            <a:r>
              <a:rPr lang="en-IN" sz="2400" dirty="0"/>
              <a:t>Vijay </a:t>
            </a:r>
            <a:r>
              <a:rPr lang="en-IN" sz="2400" dirty="0" err="1"/>
              <a:t>Sankeshwar</a:t>
            </a:r>
            <a:r>
              <a:rPr lang="en-IN" sz="2400" dirty="0"/>
              <a:t> was awarded the </a:t>
            </a:r>
            <a:r>
              <a:rPr lang="en-IN" sz="2400" b="1" dirty="0" err="1"/>
              <a:t>Padma</a:t>
            </a:r>
            <a:r>
              <a:rPr lang="en-IN" sz="2400" b="1" dirty="0"/>
              <a:t> </a:t>
            </a:r>
            <a:r>
              <a:rPr lang="en-IN" sz="2400" b="1" dirty="0" err="1"/>
              <a:t>Shri</a:t>
            </a:r>
            <a:r>
              <a:rPr lang="en-IN" sz="2400" dirty="0"/>
              <a:t> by the Government of India in </a:t>
            </a:r>
            <a:r>
              <a:rPr lang="en-IN" sz="2400" b="1" dirty="0"/>
              <a:t>2021</a:t>
            </a:r>
            <a:r>
              <a:rPr lang="en-IN" sz="2400" dirty="0"/>
              <a:t> for the fields of </a:t>
            </a:r>
            <a:r>
              <a:rPr lang="en-IN" sz="2400" b="1" dirty="0"/>
              <a:t>journalism</a:t>
            </a:r>
            <a:r>
              <a:rPr lang="en-IN" sz="2400" dirty="0"/>
              <a:t>, </a:t>
            </a:r>
            <a:r>
              <a:rPr lang="en-IN" sz="2400" b="1" dirty="0"/>
              <a:t>media</a:t>
            </a:r>
            <a:r>
              <a:rPr lang="en-IN" sz="2400" dirty="0"/>
              <a:t>, and </a:t>
            </a:r>
            <a:r>
              <a:rPr lang="en-IN" sz="2400" b="1" dirty="0"/>
              <a:t>business</a:t>
            </a:r>
          </a:p>
          <a:p>
            <a:pPr>
              <a:buFont typeface="Arial" pitchFamily="34" charset="0"/>
              <a:buChar char="•"/>
            </a:pPr>
            <a:endParaRPr lang="en-US" sz="2400" b="1" dirty="0"/>
          </a:p>
          <a:p>
            <a:pPr>
              <a:buFont typeface="Arial" pitchFamily="34" charset="0"/>
              <a:buChar char="•"/>
            </a:pPr>
            <a:r>
              <a:rPr lang="en-IN" sz="2400" dirty="0"/>
              <a:t>Other notable awards and recognition</a:t>
            </a:r>
          </a:p>
          <a:p>
            <a:pPr>
              <a:buFont typeface="Arial" pitchFamily="34" charset="0"/>
              <a:buChar char="•"/>
            </a:pPr>
            <a:endParaRPr lang="en-I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stockphoto-1175690575-612x61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9421" y="273633"/>
            <a:ext cx="3782293" cy="25956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1" y="3052942"/>
            <a:ext cx="91439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400" dirty="0"/>
              <a:t> In the early days of </a:t>
            </a:r>
            <a:r>
              <a:rPr lang="en-IN" sz="2400" i="1" dirty="0"/>
              <a:t>Vijay Road Lines</a:t>
            </a:r>
            <a:r>
              <a:rPr lang="en-IN" sz="2400" dirty="0"/>
              <a:t> (VRL), the transportation business wasn't always smooth. Vijay </a:t>
            </a:r>
            <a:r>
              <a:rPr lang="en-IN" sz="2400" dirty="0" err="1"/>
              <a:t>Sankeshwar</a:t>
            </a:r>
            <a:r>
              <a:rPr lang="en-IN" sz="2400" dirty="0"/>
              <a:t> faced financial difficulties and operational hurdles in growing the company.</a:t>
            </a:r>
          </a:p>
          <a:p>
            <a:endParaRPr lang="en-IN" sz="2400" dirty="0"/>
          </a:p>
          <a:p>
            <a:pPr>
              <a:buFont typeface="Arial" pitchFamily="34" charset="0"/>
              <a:buChar char="•"/>
            </a:pPr>
            <a:r>
              <a:rPr lang="en-IN" sz="2400" dirty="0"/>
              <a:t>Challenges in scaling TV channels and media businesses, leading to some unsuccessful ventures.</a:t>
            </a:r>
          </a:p>
          <a:p>
            <a:pPr>
              <a:buFont typeface="Arial" pitchFamily="34" charset="0"/>
              <a:buChar char="•"/>
            </a:pPr>
            <a:endParaRPr lang="en-IN" sz="2400" dirty="0"/>
          </a:p>
          <a:p>
            <a:pPr>
              <a:buFont typeface="Arial" pitchFamily="34" charset="0"/>
              <a:buChar char="•"/>
            </a:pPr>
            <a:r>
              <a:rPr lang="en-IN" sz="2400" dirty="0"/>
              <a:t>Handling regulatory, safety, and administrative issues within his vast businesses</a:t>
            </a:r>
            <a:r>
              <a:rPr lang="en-IN" dirty="0"/>
              <a:t>.</a:t>
            </a:r>
          </a:p>
          <a:p>
            <a:pPr>
              <a:buFont typeface="Arial" pitchFamily="34" charset="0"/>
              <a:buChar char="•"/>
            </a:pPr>
            <a:endParaRPr lang="en-IN" sz="2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1">
              <a:buNone/>
            </a:pPr>
            <a:endParaRPr lang="en-IN" sz="3000" dirty="0"/>
          </a:p>
          <a:p>
            <a:pPr lvl="1">
              <a:buNone/>
            </a:pPr>
            <a:endParaRPr lang="en-IN" sz="3000" dirty="0"/>
          </a:p>
          <a:p>
            <a:pPr lvl="1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09904" y="910722"/>
            <a:ext cx="3909848" cy="3913526"/>
          </a:xfrm>
        </p:spPr>
        <p:txBody>
          <a:bodyPr/>
          <a:lstStyle/>
          <a:p>
            <a:pPr>
              <a:buNone/>
            </a:pPr>
            <a:r>
              <a:rPr lang="en-IN" dirty="0"/>
              <a:t>success is not a straight path</a:t>
            </a:r>
          </a:p>
          <a:p>
            <a:pPr>
              <a:buNone/>
            </a:pPr>
            <a:r>
              <a:rPr lang="en-IN" dirty="0"/>
              <a:t>failure is an integral part</a:t>
            </a:r>
          </a:p>
          <a:p>
            <a:pPr>
              <a:buNone/>
            </a:pPr>
            <a:r>
              <a:rPr lang="en-IN" dirty="0"/>
              <a:t> of the journey to success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92072" y="5215025"/>
            <a:ext cx="23503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Presentation By:</a:t>
            </a:r>
          </a:p>
          <a:p>
            <a:r>
              <a:rPr lang="en-IN" dirty="0"/>
              <a:t>	 </a:t>
            </a:r>
            <a:r>
              <a:rPr lang="en-IN" dirty="0" err="1"/>
              <a:t>Jagadish</a:t>
            </a:r>
            <a:r>
              <a:rPr lang="en-IN" dirty="0"/>
              <a:t> W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1426" y="2806262"/>
            <a:ext cx="19103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Flow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290</TotalTime>
  <Words>349</Words>
  <Application>Microsoft Office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PowerPoint Presentation</vt:lpstr>
      <vt:lpstr>INDRODCTION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Vijay Sankeshwar</dc:title>
  <dc:creator>DELL</dc:creator>
  <cp:lastModifiedBy>jagadishwaladunki@gmail.com</cp:lastModifiedBy>
  <cp:revision>30</cp:revision>
  <dcterms:created xsi:type="dcterms:W3CDTF">2025-01-04T14:26:51Z</dcterms:created>
  <dcterms:modified xsi:type="dcterms:W3CDTF">2025-01-05T08:12:12Z</dcterms:modified>
</cp:coreProperties>
</file>